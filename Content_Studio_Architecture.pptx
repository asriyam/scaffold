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3155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45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Operations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897880" y="329184"/>
            <a:ext cx="0" cy="146304"/>
          </a:xfrm>
          <a:prstGeom prst="line">
            <a:avLst/>
          </a:prstGeom>
          <a:noFill/>
          <a:ln w="19050">
            <a:solidFill>
              <a:srgbClr val="7A7F85"/>
            </a:solidFill>
            <a:prstDash val="solid"/>
            <a:headEnd type="none"/>
            <a:tailEnd type="triangle"/>
          </a:ln>
        </p:spPr>
      </p:sp>
      <p:sp>
        <p:nvSpPr>
          <p:cNvPr id="4" name="Text 2"/>
          <p:cNvSpPr/>
          <p:nvPr/>
        </p:nvSpPr>
        <p:spPr>
          <a:xfrm>
            <a:off x="6675120" y="45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Authors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543800" y="329184"/>
            <a:ext cx="0" cy="146304"/>
          </a:xfrm>
          <a:prstGeom prst="line">
            <a:avLst/>
          </a:prstGeom>
          <a:noFill/>
          <a:ln w="19050">
            <a:solidFill>
              <a:srgbClr val="7A7F85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8321040" y="45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Admin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89720" y="329184"/>
            <a:ext cx="0" cy="146304"/>
          </a:xfrm>
          <a:prstGeom prst="line">
            <a:avLst/>
          </a:prstGeom>
          <a:noFill/>
          <a:ln w="19050">
            <a:solidFill>
              <a:srgbClr val="7A7F8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82880" y="457200"/>
            <a:ext cx="2194560" cy="2542032"/>
          </a:xfrm>
          <a:prstGeom prst="roundRect">
            <a:avLst>
              <a:gd name="adj" fmla="val 2500"/>
            </a:avLst>
          </a:prstGeom>
          <a:solidFill>
            <a:srgbClr val="F5F9F2"/>
          </a:solidFill>
          <a:ln w="15875">
            <a:solidFill>
              <a:srgbClr val="9AA0A6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228600" y="53035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Data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E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078992"/>
            <a:ext cx="1828800" cy="329184"/>
          </a:xfrm>
          <a:prstGeom prst="roundRect">
            <a:avLst>
              <a:gd name="adj" fmla="val 11111"/>
            </a:avLst>
          </a:prstGeom>
          <a:solidFill>
            <a:srgbClr val="FCE3A0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078992"/>
            <a:ext cx="1828800" cy="32918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Catalog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1463040"/>
            <a:ext cx="1828800" cy="329184"/>
          </a:xfrm>
          <a:prstGeom prst="roundRect">
            <a:avLst>
              <a:gd name="adj" fmla="val 11111"/>
            </a:avLst>
          </a:prstGeom>
          <a:solidFill>
            <a:srgbClr val="FCE3A0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463040"/>
            <a:ext cx="1828800" cy="32918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Catalog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1847088"/>
            <a:ext cx="1828800" cy="329184"/>
          </a:xfrm>
          <a:prstGeom prst="roundRect">
            <a:avLst>
              <a:gd name="adj" fmla="val 11111"/>
            </a:avLst>
          </a:prstGeom>
          <a:solidFill>
            <a:srgbClr val="FCE3A0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847088"/>
            <a:ext cx="1828800" cy="32918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SnP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31136"/>
            <a:ext cx="1828800" cy="329184"/>
          </a:xfrm>
          <a:prstGeom prst="roundRect">
            <a:avLst>
              <a:gd name="adj" fmla="val 11111"/>
            </a:avLst>
          </a:prstGeom>
          <a:solidFill>
            <a:srgbClr val="FCE3A0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31136"/>
            <a:ext cx="1828800" cy="32918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Sumatra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2615184"/>
            <a:ext cx="1828800" cy="329184"/>
          </a:xfrm>
          <a:prstGeom prst="roundRect">
            <a:avLst>
              <a:gd name="adj" fmla="val 11111"/>
            </a:avLst>
          </a:prstGeom>
          <a:solidFill>
            <a:srgbClr val="FCE3A0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615184"/>
            <a:ext cx="1828800" cy="32918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82880" y="3108960"/>
            <a:ext cx="2194560" cy="2697480"/>
          </a:xfrm>
          <a:prstGeom prst="roundRect">
            <a:avLst>
              <a:gd name="adj" fmla="val 2500"/>
            </a:avLst>
          </a:prstGeom>
          <a:solidFill>
            <a:srgbClr val="F5F9F2"/>
          </a:solidFill>
          <a:ln w="15875">
            <a:solidFill>
              <a:srgbClr val="9AA0A6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228600" y="318211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E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712464"/>
            <a:ext cx="1828800" cy="310896"/>
          </a:xfrm>
          <a:prstGeom prst="roundRect">
            <a:avLst>
              <a:gd name="adj" fmla="val 11765"/>
            </a:avLst>
          </a:prstGeom>
          <a:solidFill>
            <a:srgbClr val="FCE3A0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712464"/>
            <a:ext cx="1828800" cy="31089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Adobe DAM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4069080"/>
            <a:ext cx="1828800" cy="310896"/>
          </a:xfrm>
          <a:prstGeom prst="roundRect">
            <a:avLst>
              <a:gd name="adj" fmla="val 11765"/>
            </a:avLst>
          </a:prstGeom>
          <a:solidFill>
            <a:srgbClr val="FCE3A0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069080"/>
            <a:ext cx="1828800" cy="31089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CNET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4425696"/>
            <a:ext cx="1828800" cy="310896"/>
          </a:xfrm>
          <a:prstGeom prst="roundRect">
            <a:avLst>
              <a:gd name="adj" fmla="val 11765"/>
            </a:avLst>
          </a:prstGeom>
          <a:solidFill>
            <a:srgbClr val="FCE3A0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425696"/>
            <a:ext cx="1828800" cy="31089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4782312"/>
            <a:ext cx="1828800" cy="310896"/>
          </a:xfrm>
          <a:prstGeom prst="roundRect">
            <a:avLst>
              <a:gd name="adj" fmla="val 11765"/>
            </a:avLst>
          </a:prstGeom>
          <a:solidFill>
            <a:srgbClr val="FCE3A0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782312"/>
            <a:ext cx="1828800" cy="31089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Ooyala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5138928"/>
            <a:ext cx="1828800" cy="310896"/>
          </a:xfrm>
          <a:prstGeom prst="roundRect">
            <a:avLst>
              <a:gd name="adj" fmla="val 11765"/>
            </a:avLst>
          </a:prstGeom>
          <a:solidFill>
            <a:srgbClr val="FCE3A0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5138928"/>
            <a:ext cx="1828800" cy="31089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Bazaarvoice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5760" y="5495544"/>
            <a:ext cx="1828800" cy="310896"/>
          </a:xfrm>
          <a:prstGeom prst="roundRect">
            <a:avLst>
              <a:gd name="adj" fmla="val 11765"/>
            </a:avLst>
          </a:prstGeom>
          <a:solidFill>
            <a:srgbClr val="FCE3A0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5495544"/>
            <a:ext cx="1828800" cy="31089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Collage SellPoints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514600" y="457200"/>
            <a:ext cx="1920240" cy="5349240"/>
          </a:xfrm>
          <a:prstGeom prst="roundRect">
            <a:avLst>
              <a:gd name="adj" fmla="val 2857"/>
            </a:avLst>
          </a:prstGeom>
          <a:solidFill>
            <a:srgbClr val="F5F9F2"/>
          </a:solidFill>
          <a:ln w="15875">
            <a:solidFill>
              <a:srgbClr val="9AA0A6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2560320" y="53035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670048" y="868680"/>
            <a:ext cx="1609344" cy="384048"/>
          </a:xfrm>
          <a:prstGeom prst="roundRect">
            <a:avLst>
              <a:gd name="adj" fmla="val 9524"/>
            </a:avLst>
          </a:prstGeom>
          <a:solidFill>
            <a:srgbClr val="FCE3A0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70048" y="868680"/>
            <a:ext cx="1609344" cy="3840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Jobs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670048" y="1330452"/>
            <a:ext cx="1609344" cy="384048"/>
          </a:xfrm>
          <a:prstGeom prst="roundRect">
            <a:avLst>
              <a:gd name="adj" fmla="val 9524"/>
            </a:avLst>
          </a:prstGeom>
          <a:solidFill>
            <a:srgbClr val="FCE3A0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70048" y="1330452"/>
            <a:ext cx="1609344" cy="3840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Services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670048" y="1792224"/>
            <a:ext cx="1609344" cy="384048"/>
          </a:xfrm>
          <a:prstGeom prst="roundRect">
            <a:avLst>
              <a:gd name="adj" fmla="val 9524"/>
            </a:avLst>
          </a:prstGeom>
          <a:solidFill>
            <a:srgbClr val="FCE3A0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70048" y="1792224"/>
            <a:ext cx="1609344" cy="3840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Sync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670048" y="2253996"/>
            <a:ext cx="1609344" cy="384048"/>
          </a:xfrm>
          <a:prstGeom prst="roundRect">
            <a:avLst>
              <a:gd name="adj" fmla="val 9524"/>
            </a:avLst>
          </a:prstGeom>
          <a:solidFill>
            <a:srgbClr val="FCE3A0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70048" y="2253996"/>
            <a:ext cx="1609344" cy="3840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Reps DB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670048" y="2715768"/>
            <a:ext cx="1609344" cy="384048"/>
          </a:xfrm>
          <a:prstGeom prst="roundRect">
            <a:avLst>
              <a:gd name="adj" fmla="val 9524"/>
            </a:avLst>
          </a:prstGeom>
          <a:solidFill>
            <a:srgbClr val="FCE3A0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70048" y="2715768"/>
            <a:ext cx="1609344" cy="3840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670048" y="3177540"/>
            <a:ext cx="1609344" cy="384048"/>
          </a:xfrm>
          <a:prstGeom prst="roundRect">
            <a:avLst>
              <a:gd name="adj" fmla="val 9524"/>
            </a:avLst>
          </a:prstGeom>
          <a:solidFill>
            <a:srgbClr val="FCE3A0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70048" y="3177540"/>
            <a:ext cx="1609344" cy="3840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Harmony Synch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670048" y="3639312"/>
            <a:ext cx="1609344" cy="384048"/>
          </a:xfrm>
          <a:prstGeom prst="roundRect">
            <a:avLst>
              <a:gd name="adj" fmla="val 9524"/>
            </a:avLst>
          </a:prstGeom>
          <a:solidFill>
            <a:srgbClr val="FCE3A0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670048" y="3639312"/>
            <a:ext cx="1609344" cy="3840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Publisher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670048" y="4101084"/>
            <a:ext cx="1609344" cy="384048"/>
          </a:xfrm>
          <a:prstGeom prst="roundRect">
            <a:avLst>
              <a:gd name="adj" fmla="val 9524"/>
            </a:avLst>
          </a:prstGeom>
          <a:solidFill>
            <a:srgbClr val="FCE3A0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670048" y="4101084"/>
            <a:ext cx="1609344" cy="3840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Publisher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2670048" y="4562856"/>
            <a:ext cx="1609344" cy="384048"/>
          </a:xfrm>
          <a:prstGeom prst="roundRect">
            <a:avLst>
              <a:gd name="adj" fmla="val 9524"/>
            </a:avLst>
          </a:prstGeom>
          <a:solidFill>
            <a:srgbClr val="FCE3A0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670048" y="4562856"/>
            <a:ext cx="1609344" cy="3840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 Images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670048" y="5024628"/>
            <a:ext cx="1609344" cy="384048"/>
          </a:xfrm>
          <a:prstGeom prst="roundRect">
            <a:avLst>
              <a:gd name="adj" fmla="val 9524"/>
            </a:avLst>
          </a:prstGeom>
          <a:solidFill>
            <a:srgbClr val="FCE3A0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670048" y="5024628"/>
            <a:ext cx="1609344" cy="3840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Media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572000" y="457200"/>
            <a:ext cx="4937760" cy="3401568"/>
          </a:xfrm>
          <a:prstGeom prst="roundRect">
            <a:avLst>
              <a:gd name="adj" fmla="val 1613"/>
            </a:avLst>
          </a:prstGeom>
          <a:solidFill>
            <a:srgbClr val="F5F9F2"/>
          </a:solidFill>
          <a:ln w="15875">
            <a:solidFill>
              <a:srgbClr val="9AA0A6"/>
            </a:solidFill>
            <a:prstDash val="dash"/>
          </a:ln>
        </p:spPr>
      </p:sp>
      <p:sp>
        <p:nvSpPr>
          <p:cNvPr id="57" name="Text 55"/>
          <p:cNvSpPr/>
          <p:nvPr/>
        </p:nvSpPr>
        <p:spPr>
          <a:xfrm>
            <a:off x="4572000" y="5120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E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User Interface</a:t>
            </a:r>
            <a:endParaRPr lang="en-US" sz="1700" dirty="0"/>
          </a:p>
        </p:txBody>
      </p:sp>
      <p:sp>
        <p:nvSpPr>
          <p:cNvPr id="58" name="Shape 56"/>
          <p:cNvSpPr/>
          <p:nvPr/>
        </p:nvSpPr>
        <p:spPr>
          <a:xfrm>
            <a:off x="4727448" y="987552"/>
            <a:ext cx="1517904" cy="365760"/>
          </a:xfrm>
          <a:prstGeom prst="roundRect">
            <a:avLst>
              <a:gd name="adj" fmla="val 10000"/>
            </a:avLst>
          </a:prstGeom>
          <a:solidFill>
            <a:srgbClr val="FCE3A0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27448" y="987552"/>
            <a:ext cx="1517904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Authoring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727448" y="1421892"/>
            <a:ext cx="1517904" cy="365760"/>
          </a:xfrm>
          <a:prstGeom prst="roundRect">
            <a:avLst>
              <a:gd name="adj" fmla="val 10000"/>
            </a:avLst>
          </a:prstGeom>
          <a:solidFill>
            <a:srgbClr val="FCE3A0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27448" y="1421892"/>
            <a:ext cx="1517904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727448" y="1856232"/>
            <a:ext cx="1517904" cy="365760"/>
          </a:xfrm>
          <a:prstGeom prst="roundRect">
            <a:avLst>
              <a:gd name="adj" fmla="val 10000"/>
            </a:avLst>
          </a:prstGeom>
          <a:solidFill>
            <a:srgbClr val="FCE3A0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27448" y="1856232"/>
            <a:ext cx="1517904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727448" y="2290572"/>
            <a:ext cx="1517904" cy="365760"/>
          </a:xfrm>
          <a:prstGeom prst="roundRect">
            <a:avLst>
              <a:gd name="adj" fmla="val 10000"/>
            </a:avLst>
          </a:prstGeom>
          <a:solidFill>
            <a:srgbClr val="FCE3A0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27448" y="2290572"/>
            <a:ext cx="1517904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727448" y="2724912"/>
            <a:ext cx="1517904" cy="365760"/>
          </a:xfrm>
          <a:prstGeom prst="roundRect">
            <a:avLst>
              <a:gd name="adj" fmla="val 10000"/>
            </a:avLst>
          </a:prstGeom>
          <a:solidFill>
            <a:srgbClr val="FCE3A0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727448" y="2724912"/>
            <a:ext cx="1517904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727448" y="3159252"/>
            <a:ext cx="1517904" cy="365760"/>
          </a:xfrm>
          <a:prstGeom prst="roundRect">
            <a:avLst>
              <a:gd name="adj" fmla="val 10000"/>
            </a:avLst>
          </a:prstGeom>
          <a:solidFill>
            <a:srgbClr val="FCE3A0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727448" y="3159252"/>
            <a:ext cx="1517904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Text and Links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336792" y="987552"/>
            <a:ext cx="1517904" cy="365760"/>
          </a:xfrm>
          <a:prstGeom prst="roundRect">
            <a:avLst>
              <a:gd name="adj" fmla="val 10000"/>
            </a:avLst>
          </a:prstGeom>
          <a:solidFill>
            <a:srgbClr val="FCE3A0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336792" y="987552"/>
            <a:ext cx="1517904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336792" y="1421892"/>
            <a:ext cx="1517904" cy="365760"/>
          </a:xfrm>
          <a:prstGeom prst="roundRect">
            <a:avLst>
              <a:gd name="adj" fmla="val 10000"/>
            </a:avLst>
          </a:prstGeom>
          <a:solidFill>
            <a:srgbClr val="FCE3A0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336792" y="1421892"/>
            <a:ext cx="1517904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Linking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336792" y="1856232"/>
            <a:ext cx="1517904" cy="365760"/>
          </a:xfrm>
          <a:prstGeom prst="roundRect">
            <a:avLst>
              <a:gd name="adj" fmla="val 10000"/>
            </a:avLst>
          </a:prstGeom>
          <a:solidFill>
            <a:srgbClr val="FCE3A0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336792" y="1856232"/>
            <a:ext cx="1517904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6336792" y="2290572"/>
            <a:ext cx="1517904" cy="365760"/>
          </a:xfrm>
          <a:prstGeom prst="roundRect">
            <a:avLst>
              <a:gd name="adj" fmla="val 10000"/>
            </a:avLst>
          </a:prstGeom>
          <a:solidFill>
            <a:srgbClr val="FCE3A0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336792" y="2290572"/>
            <a:ext cx="1517904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6336792" y="2724912"/>
            <a:ext cx="1517904" cy="365760"/>
          </a:xfrm>
          <a:prstGeom prst="roundRect">
            <a:avLst>
              <a:gd name="adj" fmla="val 10000"/>
            </a:avLst>
          </a:prstGeom>
          <a:solidFill>
            <a:srgbClr val="FCE3A0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336792" y="2724912"/>
            <a:ext cx="1517904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6336792" y="3159252"/>
            <a:ext cx="1517904" cy="365760"/>
          </a:xfrm>
          <a:prstGeom prst="roundRect">
            <a:avLst>
              <a:gd name="adj" fmla="val 10000"/>
            </a:avLst>
          </a:prstGeom>
          <a:solidFill>
            <a:srgbClr val="FCE3A0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336792" y="3159252"/>
            <a:ext cx="1517904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Workflow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7946136" y="987552"/>
            <a:ext cx="1517904" cy="365760"/>
          </a:xfrm>
          <a:prstGeom prst="roundRect">
            <a:avLst>
              <a:gd name="adj" fmla="val 10000"/>
            </a:avLst>
          </a:prstGeom>
          <a:solidFill>
            <a:srgbClr val="FCE3A0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946136" y="987552"/>
            <a:ext cx="1517904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Management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7946136" y="1421892"/>
            <a:ext cx="1517904" cy="365760"/>
          </a:xfrm>
          <a:prstGeom prst="roundRect">
            <a:avLst>
              <a:gd name="adj" fmla="val 10000"/>
            </a:avLst>
          </a:prstGeom>
          <a:solidFill>
            <a:srgbClr val="FCE3A0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946136" y="1421892"/>
            <a:ext cx="1517904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Tagging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7946136" y="1856232"/>
            <a:ext cx="1517904" cy="365760"/>
          </a:xfrm>
          <a:prstGeom prst="roundRect">
            <a:avLst>
              <a:gd name="adj" fmla="val 10000"/>
            </a:avLst>
          </a:prstGeom>
          <a:solidFill>
            <a:srgbClr val="FCE3A0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946136" y="1856232"/>
            <a:ext cx="1517904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Definition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7946136" y="2290572"/>
            <a:ext cx="1517904" cy="365760"/>
          </a:xfrm>
          <a:prstGeom prst="roundRect">
            <a:avLst>
              <a:gd name="adj" fmla="val 10000"/>
            </a:avLst>
          </a:prstGeom>
          <a:solidFill>
            <a:srgbClr val="FCE3A0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946136" y="2290572"/>
            <a:ext cx="1517904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7946136" y="2724912"/>
            <a:ext cx="1517904" cy="365760"/>
          </a:xfrm>
          <a:prstGeom prst="roundRect">
            <a:avLst>
              <a:gd name="adj" fmla="val 10000"/>
            </a:avLst>
          </a:prstGeom>
          <a:solidFill>
            <a:srgbClr val="FCE3A0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946136" y="2724912"/>
            <a:ext cx="1517904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7946136" y="3159252"/>
            <a:ext cx="1517904" cy="365760"/>
          </a:xfrm>
          <a:prstGeom prst="roundRect">
            <a:avLst>
              <a:gd name="adj" fmla="val 10000"/>
            </a:avLst>
          </a:prstGeom>
          <a:solidFill>
            <a:srgbClr val="FCE3A0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946136" y="3159252"/>
            <a:ext cx="1517904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Dashboard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4572000" y="3950208"/>
            <a:ext cx="4937760" cy="566928"/>
          </a:xfrm>
          <a:prstGeom prst="roundRect">
            <a:avLst>
              <a:gd name="adj" fmla="val 9677"/>
            </a:avLst>
          </a:prstGeom>
          <a:solidFill>
            <a:srgbClr val="F5F9F2"/>
          </a:solidFill>
          <a:ln w="15875">
            <a:solidFill>
              <a:srgbClr val="9AA0A6"/>
            </a:solidFill>
            <a:prstDash val="dash"/>
          </a:ln>
        </p:spPr>
      </p:sp>
      <p:sp>
        <p:nvSpPr>
          <p:cNvPr id="95" name="Text 93"/>
          <p:cNvSpPr/>
          <p:nvPr/>
        </p:nvSpPr>
        <p:spPr>
          <a:xfrm>
            <a:off x="4681728" y="397764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E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4736592" y="4187952"/>
            <a:ext cx="1078992" cy="274320"/>
          </a:xfrm>
          <a:prstGeom prst="roundRect">
            <a:avLst>
              <a:gd name="adj" fmla="val 13333"/>
            </a:avLst>
          </a:prstGeom>
          <a:solidFill>
            <a:srgbClr val="FCE3A0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736592" y="4187952"/>
            <a:ext cx="1078992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5925312" y="4187952"/>
            <a:ext cx="1078992" cy="274320"/>
          </a:xfrm>
          <a:prstGeom prst="roundRect">
            <a:avLst>
              <a:gd name="adj" fmla="val 13333"/>
            </a:avLst>
          </a:prstGeom>
          <a:solidFill>
            <a:srgbClr val="FCE3A0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925312" y="4187952"/>
            <a:ext cx="1078992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7114032" y="4187952"/>
            <a:ext cx="1078992" cy="274320"/>
          </a:xfrm>
          <a:prstGeom prst="roundRect">
            <a:avLst>
              <a:gd name="adj" fmla="val 13333"/>
            </a:avLst>
          </a:prstGeom>
          <a:solidFill>
            <a:srgbClr val="FCE3A0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114032" y="4187952"/>
            <a:ext cx="1078992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8302752" y="4187952"/>
            <a:ext cx="1078992" cy="274320"/>
          </a:xfrm>
          <a:prstGeom prst="roundRect">
            <a:avLst>
              <a:gd name="adj" fmla="val 13333"/>
            </a:avLst>
          </a:prstGeom>
          <a:solidFill>
            <a:srgbClr val="FCE3A0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8302752" y="4187952"/>
            <a:ext cx="1078992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4572000" y="4608576"/>
            <a:ext cx="4937760" cy="713232"/>
          </a:xfrm>
          <a:prstGeom prst="roundRect">
            <a:avLst>
              <a:gd name="adj" fmla="val 7692"/>
            </a:avLst>
          </a:prstGeom>
          <a:solidFill>
            <a:srgbClr val="F5F9F2"/>
          </a:solidFill>
          <a:ln w="15875">
            <a:solidFill>
              <a:srgbClr val="9AA0A6"/>
            </a:solidFill>
            <a:prstDash val="dash"/>
          </a:ln>
        </p:spPr>
      </p:sp>
      <p:sp>
        <p:nvSpPr>
          <p:cNvPr id="105" name="Text 103"/>
          <p:cNvSpPr/>
          <p:nvPr/>
        </p:nvSpPr>
        <p:spPr>
          <a:xfrm>
            <a:off x="4681728" y="46360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E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</a:t>
            </a:r>
            <a:endParaRPr lang="en-US" sz="950" dirty="0"/>
          </a:p>
        </p:txBody>
      </p:sp>
      <p:sp>
        <p:nvSpPr>
          <p:cNvPr id="106" name="Shape 104"/>
          <p:cNvSpPr/>
          <p:nvPr/>
        </p:nvSpPr>
        <p:spPr>
          <a:xfrm>
            <a:off x="4892040" y="4864608"/>
            <a:ext cx="1371600" cy="365760"/>
          </a:xfrm>
          <a:prstGeom prst="roundRect">
            <a:avLst>
              <a:gd name="adj" fmla="val 10000"/>
            </a:avLst>
          </a:prstGeom>
          <a:solidFill>
            <a:srgbClr val="A9C47E"/>
          </a:solidFill>
          <a:ln w="12700">
            <a:solidFill>
              <a:srgbClr val="6E8B4A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892040" y="4864608"/>
            <a:ext cx="1371600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000" dirty="0"/>
          </a:p>
        </p:txBody>
      </p:sp>
      <p:sp>
        <p:nvSpPr>
          <p:cNvPr id="108" name="Shape 106"/>
          <p:cNvSpPr/>
          <p:nvPr/>
        </p:nvSpPr>
        <p:spPr>
          <a:xfrm>
            <a:off x="6492240" y="4864608"/>
            <a:ext cx="1371600" cy="365760"/>
          </a:xfrm>
          <a:prstGeom prst="roundRect">
            <a:avLst>
              <a:gd name="adj" fmla="val 10000"/>
            </a:avLst>
          </a:prstGeom>
          <a:solidFill>
            <a:srgbClr val="A9C47E"/>
          </a:solidFill>
          <a:ln w="12700">
            <a:solidFill>
              <a:srgbClr val="6E8B4A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492240" y="4864608"/>
            <a:ext cx="1371600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8092440" y="4864608"/>
            <a:ext cx="1371600" cy="365760"/>
          </a:xfrm>
          <a:prstGeom prst="roundRect">
            <a:avLst>
              <a:gd name="adj" fmla="val 10000"/>
            </a:avLst>
          </a:prstGeom>
          <a:solidFill>
            <a:srgbClr val="A9C47E"/>
          </a:solidFill>
          <a:ln w="12700">
            <a:solidFill>
              <a:srgbClr val="6E8B4A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8092440" y="4864608"/>
            <a:ext cx="1371600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000" dirty="0"/>
          </a:p>
        </p:txBody>
      </p:sp>
      <p:sp>
        <p:nvSpPr>
          <p:cNvPr id="112" name="Shape 110"/>
          <p:cNvSpPr/>
          <p:nvPr/>
        </p:nvSpPr>
        <p:spPr>
          <a:xfrm>
            <a:off x="4572000" y="5413248"/>
            <a:ext cx="4937760" cy="603504"/>
          </a:xfrm>
          <a:prstGeom prst="roundRect">
            <a:avLst>
              <a:gd name="adj" fmla="val 9091"/>
            </a:avLst>
          </a:prstGeom>
          <a:solidFill>
            <a:srgbClr val="F5F9F2"/>
          </a:solidFill>
          <a:ln w="15875">
            <a:solidFill>
              <a:srgbClr val="9AA0A6"/>
            </a:solidFill>
            <a:prstDash val="dash"/>
          </a:ln>
        </p:spPr>
      </p:sp>
      <p:sp>
        <p:nvSpPr>
          <p:cNvPr id="113" name="Text 111"/>
          <p:cNvSpPr/>
          <p:nvPr/>
        </p:nvSpPr>
        <p:spPr>
          <a:xfrm>
            <a:off x="4681728" y="543153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APIs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4681728" y="5632704"/>
            <a:ext cx="749808" cy="329184"/>
          </a:xfrm>
          <a:prstGeom prst="roundRect">
            <a:avLst>
              <a:gd name="adj" fmla="val 11111"/>
            </a:avLst>
          </a:prstGeom>
          <a:solidFill>
            <a:srgbClr val="FCE3A0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4681728" y="5632704"/>
            <a:ext cx="749808" cy="32918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Content</a:t>
            </a:r>
            <a:endParaRPr lang="en-US" sz="800" dirty="0"/>
          </a:p>
        </p:txBody>
      </p:sp>
      <p:sp>
        <p:nvSpPr>
          <p:cNvPr id="116" name="Shape 114"/>
          <p:cNvSpPr/>
          <p:nvPr/>
        </p:nvSpPr>
        <p:spPr>
          <a:xfrm>
            <a:off x="5477256" y="5632704"/>
            <a:ext cx="749808" cy="329184"/>
          </a:xfrm>
          <a:prstGeom prst="roundRect">
            <a:avLst>
              <a:gd name="adj" fmla="val 11111"/>
            </a:avLst>
          </a:prstGeom>
          <a:solidFill>
            <a:srgbClr val="FCE3A0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5477256" y="5632704"/>
            <a:ext cx="749808" cy="32918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Content</a:t>
            </a:r>
            <a:endParaRPr lang="en-US" sz="800" dirty="0"/>
          </a:p>
        </p:txBody>
      </p:sp>
      <p:sp>
        <p:nvSpPr>
          <p:cNvPr id="118" name="Shape 116"/>
          <p:cNvSpPr/>
          <p:nvPr/>
        </p:nvSpPr>
        <p:spPr>
          <a:xfrm>
            <a:off x="6272784" y="5632704"/>
            <a:ext cx="749808" cy="329184"/>
          </a:xfrm>
          <a:prstGeom prst="roundRect">
            <a:avLst>
              <a:gd name="adj" fmla="val 11111"/>
            </a:avLst>
          </a:prstGeom>
          <a:solidFill>
            <a:srgbClr val="FCE3A0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6272784" y="5632704"/>
            <a:ext cx="749808" cy="32918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7068312" y="5632704"/>
            <a:ext cx="749808" cy="329184"/>
          </a:xfrm>
          <a:prstGeom prst="roundRect">
            <a:avLst>
              <a:gd name="adj" fmla="val 11111"/>
            </a:avLst>
          </a:prstGeom>
          <a:solidFill>
            <a:srgbClr val="FCE3A0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7068312" y="5632704"/>
            <a:ext cx="749808" cy="32918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7863840" y="5632704"/>
            <a:ext cx="749808" cy="329184"/>
          </a:xfrm>
          <a:prstGeom prst="roundRect">
            <a:avLst>
              <a:gd name="adj" fmla="val 11111"/>
            </a:avLst>
          </a:prstGeom>
          <a:solidFill>
            <a:srgbClr val="FCE3A0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7863840" y="5632704"/>
            <a:ext cx="749808" cy="32918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8659368" y="5632704"/>
            <a:ext cx="749808" cy="329184"/>
          </a:xfrm>
          <a:prstGeom prst="roundRect">
            <a:avLst>
              <a:gd name="adj" fmla="val 11111"/>
            </a:avLst>
          </a:prstGeom>
          <a:solidFill>
            <a:srgbClr val="FCE3A0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8659368" y="5632704"/>
            <a:ext cx="749808" cy="32918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800" dirty="0"/>
          </a:p>
        </p:txBody>
      </p:sp>
      <p:sp>
        <p:nvSpPr>
          <p:cNvPr id="126" name="Shape 124"/>
          <p:cNvSpPr/>
          <p:nvPr/>
        </p:nvSpPr>
        <p:spPr>
          <a:xfrm>
            <a:off x="9646920" y="457200"/>
            <a:ext cx="2359152" cy="1225296"/>
          </a:xfrm>
          <a:prstGeom prst="roundRect">
            <a:avLst>
              <a:gd name="adj" fmla="val 4478"/>
            </a:avLst>
          </a:prstGeom>
          <a:solidFill>
            <a:srgbClr val="F5F9F2"/>
          </a:solidFill>
          <a:ln w="15875">
            <a:solidFill>
              <a:srgbClr val="9AA0A6"/>
            </a:solidFill>
            <a:prstDash val="dash"/>
          </a:ln>
        </p:spPr>
      </p:sp>
      <p:sp>
        <p:nvSpPr>
          <p:cNvPr id="127" name="Shape 125"/>
          <p:cNvSpPr/>
          <p:nvPr/>
        </p:nvSpPr>
        <p:spPr>
          <a:xfrm>
            <a:off x="9784080" y="603504"/>
            <a:ext cx="2084832" cy="420624"/>
          </a:xfrm>
          <a:prstGeom prst="roundRect">
            <a:avLst>
              <a:gd name="adj" fmla="val 8696"/>
            </a:avLst>
          </a:prstGeom>
          <a:solidFill>
            <a:srgbClr val="FCE3A0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9784080" y="603504"/>
            <a:ext cx="2084832" cy="42062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Manager</a:t>
            </a:r>
            <a:endParaRPr lang="en-US" sz="950" dirty="0"/>
          </a:p>
        </p:txBody>
      </p:sp>
      <p:sp>
        <p:nvSpPr>
          <p:cNvPr id="129" name="Shape 127"/>
          <p:cNvSpPr/>
          <p:nvPr/>
        </p:nvSpPr>
        <p:spPr>
          <a:xfrm>
            <a:off x="9784080" y="1115568"/>
            <a:ext cx="2084832" cy="420624"/>
          </a:xfrm>
          <a:prstGeom prst="roundRect">
            <a:avLst>
              <a:gd name="adj" fmla="val 8696"/>
            </a:avLst>
          </a:prstGeom>
          <a:solidFill>
            <a:srgbClr val="FCE3A0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9784080" y="1115568"/>
            <a:ext cx="2084832" cy="42062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Service</a:t>
            </a:r>
            <a:endParaRPr lang="en-US" sz="950" dirty="0"/>
          </a:p>
        </p:txBody>
      </p:sp>
      <p:sp>
        <p:nvSpPr>
          <p:cNvPr id="131" name="Shape 129"/>
          <p:cNvSpPr/>
          <p:nvPr/>
        </p:nvSpPr>
        <p:spPr>
          <a:xfrm>
            <a:off x="9646920" y="1810512"/>
            <a:ext cx="2359152" cy="1737360"/>
          </a:xfrm>
          <a:prstGeom prst="roundRect">
            <a:avLst>
              <a:gd name="adj" fmla="val 3158"/>
            </a:avLst>
          </a:prstGeom>
          <a:solidFill>
            <a:srgbClr val="F5F9F2"/>
          </a:solidFill>
          <a:ln w="15875">
            <a:solidFill>
              <a:srgbClr val="9AA0A6"/>
            </a:solidFill>
            <a:prstDash val="dash"/>
          </a:ln>
        </p:spPr>
      </p:sp>
      <p:sp>
        <p:nvSpPr>
          <p:cNvPr id="132" name="Text 130"/>
          <p:cNvSpPr/>
          <p:nvPr/>
        </p:nvSpPr>
        <p:spPr>
          <a:xfrm>
            <a:off x="9692640" y="1883664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Repositories</a:t>
            </a:r>
            <a:endParaRPr lang="en-US" sz="1200" dirty="0"/>
          </a:p>
        </p:txBody>
      </p:sp>
      <p:sp>
        <p:nvSpPr>
          <p:cNvPr id="133" name="Shape 131"/>
          <p:cNvSpPr/>
          <p:nvPr/>
        </p:nvSpPr>
        <p:spPr>
          <a:xfrm>
            <a:off x="9784080" y="2377440"/>
            <a:ext cx="2084832" cy="457200"/>
          </a:xfrm>
          <a:prstGeom prst="roundRect">
            <a:avLst>
              <a:gd name="adj" fmla="val 8000"/>
            </a:avLst>
          </a:prstGeom>
          <a:solidFill>
            <a:srgbClr val="FCE3A0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9784080" y="2377440"/>
            <a:ext cx="2084832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000" dirty="0"/>
          </a:p>
        </p:txBody>
      </p:sp>
      <p:sp>
        <p:nvSpPr>
          <p:cNvPr id="135" name="Shape 133"/>
          <p:cNvSpPr/>
          <p:nvPr/>
        </p:nvSpPr>
        <p:spPr>
          <a:xfrm>
            <a:off x="9784080" y="2926080"/>
            <a:ext cx="2084832" cy="457200"/>
          </a:xfrm>
          <a:prstGeom prst="roundRect">
            <a:avLst>
              <a:gd name="adj" fmla="val 8000"/>
            </a:avLst>
          </a:prstGeom>
          <a:solidFill>
            <a:srgbClr val="FCE3A0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9784080" y="2926080"/>
            <a:ext cx="2084832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000" dirty="0"/>
          </a:p>
        </p:txBody>
      </p:sp>
      <p:sp>
        <p:nvSpPr>
          <p:cNvPr id="137" name="Shape 135"/>
          <p:cNvSpPr/>
          <p:nvPr/>
        </p:nvSpPr>
        <p:spPr>
          <a:xfrm>
            <a:off x="9646920" y="4736592"/>
            <a:ext cx="1097280" cy="457200"/>
          </a:xfrm>
          <a:prstGeom prst="roundRect">
            <a:avLst>
              <a:gd name="adj" fmla="val 8000"/>
            </a:avLst>
          </a:prstGeom>
          <a:solidFill>
            <a:srgbClr val="F5F9F2"/>
          </a:solidFill>
          <a:ln w="12700">
            <a:solidFill>
              <a:srgbClr val="9AA0A6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9646920" y="4736592"/>
            <a:ext cx="1097280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Restore Process</a:t>
            </a:r>
            <a:endParaRPr lang="en-US" sz="800" dirty="0"/>
          </a:p>
        </p:txBody>
      </p:sp>
      <p:sp>
        <p:nvSpPr>
          <p:cNvPr id="139" name="Shape 137"/>
          <p:cNvSpPr/>
          <p:nvPr/>
        </p:nvSpPr>
        <p:spPr>
          <a:xfrm>
            <a:off x="10835640" y="4736592"/>
            <a:ext cx="1170432" cy="457200"/>
          </a:xfrm>
          <a:prstGeom prst="roundRect">
            <a:avLst>
              <a:gd name="adj" fmla="val 8000"/>
            </a:avLst>
          </a:prstGeom>
          <a:solidFill>
            <a:srgbClr val="A9C47E"/>
          </a:solidFill>
          <a:ln w="12700">
            <a:solidFill>
              <a:srgbClr val="6E8B4A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10835640" y="4736592"/>
            <a:ext cx="1170432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DB</a:t>
            </a:r>
            <a:endParaRPr lang="en-US" sz="1000" dirty="0"/>
          </a:p>
        </p:txBody>
      </p:sp>
      <p:sp>
        <p:nvSpPr>
          <p:cNvPr id="141" name="Shape 139"/>
          <p:cNvSpPr/>
          <p:nvPr/>
        </p:nvSpPr>
        <p:spPr>
          <a:xfrm>
            <a:off x="182880" y="5943600"/>
            <a:ext cx="4251960" cy="868680"/>
          </a:xfrm>
          <a:prstGeom prst="roundRect">
            <a:avLst>
              <a:gd name="adj" fmla="val 6316"/>
            </a:avLst>
          </a:prstGeom>
          <a:solidFill>
            <a:srgbClr val="F5F9F2"/>
          </a:solidFill>
          <a:ln w="15875">
            <a:solidFill>
              <a:srgbClr val="9AA0A6"/>
            </a:solidFill>
            <a:prstDash val="dash"/>
          </a:ln>
        </p:spPr>
      </p:sp>
      <p:sp>
        <p:nvSpPr>
          <p:cNvPr id="142" name="Text 140"/>
          <p:cNvSpPr/>
          <p:nvPr/>
        </p:nvSpPr>
        <p:spPr>
          <a:xfrm>
            <a:off x="228600" y="6016752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Data Repositories</a:t>
            </a:r>
            <a:endParaRPr lang="en-US" sz="1200" dirty="0"/>
          </a:p>
        </p:txBody>
      </p:sp>
      <p:sp>
        <p:nvSpPr>
          <p:cNvPr id="143" name="Shape 141"/>
          <p:cNvSpPr/>
          <p:nvPr/>
        </p:nvSpPr>
        <p:spPr>
          <a:xfrm>
            <a:off x="292608" y="6400800"/>
            <a:ext cx="777240" cy="329184"/>
          </a:xfrm>
          <a:prstGeom prst="roundRect">
            <a:avLst>
              <a:gd name="adj" fmla="val 11111"/>
            </a:avLst>
          </a:prstGeom>
          <a:solidFill>
            <a:srgbClr val="A9C47E"/>
          </a:solidFill>
          <a:ln w="12700">
            <a:solidFill>
              <a:srgbClr val="6E8B4A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292608" y="6400800"/>
            <a:ext cx="777240" cy="32918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Reps</a:t>
            </a:r>
            <a:endParaRPr lang="en-US" sz="850" dirty="0"/>
          </a:p>
        </p:txBody>
      </p:sp>
      <p:sp>
        <p:nvSpPr>
          <p:cNvPr id="145" name="Shape 143"/>
          <p:cNvSpPr/>
          <p:nvPr/>
        </p:nvSpPr>
        <p:spPr>
          <a:xfrm>
            <a:off x="1124712" y="6400800"/>
            <a:ext cx="777240" cy="329184"/>
          </a:xfrm>
          <a:prstGeom prst="roundRect">
            <a:avLst>
              <a:gd name="adj" fmla="val 11111"/>
            </a:avLst>
          </a:prstGeom>
          <a:solidFill>
            <a:srgbClr val="A9C47E"/>
          </a:solidFill>
          <a:ln w="12700">
            <a:solidFill>
              <a:srgbClr val="6E8B4A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1124712" y="6400800"/>
            <a:ext cx="777240" cy="32918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850" dirty="0"/>
          </a:p>
        </p:txBody>
      </p:sp>
      <p:sp>
        <p:nvSpPr>
          <p:cNvPr id="147" name="Shape 145"/>
          <p:cNvSpPr/>
          <p:nvPr/>
        </p:nvSpPr>
        <p:spPr>
          <a:xfrm>
            <a:off x="1956816" y="6400800"/>
            <a:ext cx="777240" cy="329184"/>
          </a:xfrm>
          <a:prstGeom prst="roundRect">
            <a:avLst>
              <a:gd name="adj" fmla="val 11111"/>
            </a:avLst>
          </a:prstGeom>
          <a:solidFill>
            <a:srgbClr val="A9C47E"/>
          </a:solidFill>
          <a:ln w="12700">
            <a:solidFill>
              <a:srgbClr val="6E8B4A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1956816" y="6400800"/>
            <a:ext cx="777240" cy="32918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Harmony</a:t>
            </a:r>
            <a:endParaRPr lang="en-US" sz="850" dirty="0"/>
          </a:p>
        </p:txBody>
      </p:sp>
      <p:sp>
        <p:nvSpPr>
          <p:cNvPr id="149" name="Shape 147"/>
          <p:cNvSpPr/>
          <p:nvPr/>
        </p:nvSpPr>
        <p:spPr>
          <a:xfrm>
            <a:off x="2788920" y="6400800"/>
            <a:ext cx="777240" cy="329184"/>
          </a:xfrm>
          <a:prstGeom prst="roundRect">
            <a:avLst>
              <a:gd name="adj" fmla="val 11111"/>
            </a:avLst>
          </a:prstGeom>
          <a:solidFill>
            <a:srgbClr val="A9C47E"/>
          </a:solidFill>
          <a:ln w="12700">
            <a:solidFill>
              <a:srgbClr val="6E8B4A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2788920" y="6400800"/>
            <a:ext cx="777240" cy="32918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SNP</a:t>
            </a:r>
            <a:endParaRPr lang="en-US" sz="850" dirty="0"/>
          </a:p>
        </p:txBody>
      </p:sp>
      <p:sp>
        <p:nvSpPr>
          <p:cNvPr id="151" name="Shape 149"/>
          <p:cNvSpPr/>
          <p:nvPr/>
        </p:nvSpPr>
        <p:spPr>
          <a:xfrm>
            <a:off x="3621024" y="6400800"/>
            <a:ext cx="777240" cy="329184"/>
          </a:xfrm>
          <a:prstGeom prst="roundRect">
            <a:avLst>
              <a:gd name="adj" fmla="val 11111"/>
            </a:avLst>
          </a:prstGeom>
          <a:solidFill>
            <a:srgbClr val="A9C47E"/>
          </a:solidFill>
          <a:ln w="12700">
            <a:solidFill>
              <a:srgbClr val="6E8B4A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3621024" y="6400800"/>
            <a:ext cx="777240" cy="32918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Repository</a:t>
            </a:r>
            <a:endParaRPr lang="en-US" sz="850" dirty="0"/>
          </a:p>
        </p:txBody>
      </p:sp>
      <p:sp>
        <p:nvSpPr>
          <p:cNvPr id="153" name="Shape 151"/>
          <p:cNvSpPr/>
          <p:nvPr/>
        </p:nvSpPr>
        <p:spPr>
          <a:xfrm>
            <a:off x="4572000" y="6089904"/>
            <a:ext cx="7434072" cy="676656"/>
          </a:xfrm>
          <a:prstGeom prst="roundRect">
            <a:avLst>
              <a:gd name="adj" fmla="val 6757"/>
            </a:avLst>
          </a:prstGeom>
          <a:solidFill>
            <a:srgbClr val="4FA6DE"/>
          </a:solidFill>
          <a:ln w="12700">
            <a:solidFill>
              <a:srgbClr val="2E7FB0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4572000" y="6089904"/>
            <a:ext cx="74340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&amp; SELLER APPS</a:t>
            </a:r>
            <a:endParaRPr lang="en-US" sz="2200" dirty="0"/>
          </a:p>
        </p:txBody>
      </p:sp>
      <p:sp>
        <p:nvSpPr>
          <p:cNvPr id="155" name="Shape 153"/>
          <p:cNvSpPr/>
          <p:nvPr/>
        </p:nvSpPr>
        <p:spPr>
          <a:xfrm>
            <a:off x="2377440" y="1737360"/>
            <a:ext cx="109728" cy="0"/>
          </a:xfrm>
          <a:prstGeom prst="line">
            <a:avLst/>
          </a:prstGeom>
          <a:noFill/>
          <a:ln w="22225">
            <a:solidFill>
              <a:srgbClr val="7A7F85"/>
            </a:solidFill>
            <a:prstDash val="solid"/>
            <a:headEnd type="none"/>
            <a:tailEnd type="triangle"/>
          </a:ln>
        </p:spPr>
      </p:sp>
      <p:sp>
        <p:nvSpPr>
          <p:cNvPr id="156" name="Shape 154"/>
          <p:cNvSpPr/>
          <p:nvPr/>
        </p:nvSpPr>
        <p:spPr>
          <a:xfrm>
            <a:off x="2377440" y="4389120"/>
            <a:ext cx="109728" cy="0"/>
          </a:xfrm>
          <a:prstGeom prst="line">
            <a:avLst/>
          </a:prstGeom>
          <a:noFill/>
          <a:ln w="22225">
            <a:solidFill>
              <a:srgbClr val="7A7F85"/>
            </a:solidFill>
            <a:prstDash val="solid"/>
            <a:headEnd type="triangle"/>
            <a:tailEnd type="triangle"/>
          </a:ln>
        </p:spPr>
      </p:sp>
      <p:sp>
        <p:nvSpPr>
          <p:cNvPr id="157" name="Shape 155"/>
          <p:cNvSpPr/>
          <p:nvPr/>
        </p:nvSpPr>
        <p:spPr>
          <a:xfrm>
            <a:off x="3474720" y="5806440"/>
            <a:ext cx="0" cy="118872"/>
          </a:xfrm>
          <a:prstGeom prst="line">
            <a:avLst/>
          </a:prstGeom>
          <a:noFill/>
          <a:ln w="22225">
            <a:solidFill>
              <a:srgbClr val="7A7F85"/>
            </a:solidFill>
            <a:prstDash val="solid"/>
            <a:headEnd type="none"/>
            <a:tailEnd type="triangle"/>
          </a:ln>
        </p:spPr>
      </p:sp>
      <p:sp>
        <p:nvSpPr>
          <p:cNvPr id="158" name="Shape 156"/>
          <p:cNvSpPr/>
          <p:nvPr/>
        </p:nvSpPr>
        <p:spPr>
          <a:xfrm>
            <a:off x="4434840" y="4937760"/>
            <a:ext cx="118872" cy="0"/>
          </a:xfrm>
          <a:prstGeom prst="line">
            <a:avLst/>
          </a:prstGeom>
          <a:noFill/>
          <a:ln w="22225">
            <a:solidFill>
              <a:srgbClr val="7A7F85"/>
            </a:solidFill>
            <a:prstDash val="solid"/>
            <a:headEnd type="triangle"/>
            <a:tailEnd type="triangle"/>
          </a:ln>
        </p:spPr>
      </p:sp>
      <p:sp>
        <p:nvSpPr>
          <p:cNvPr id="159" name="Shape 157"/>
          <p:cNvSpPr/>
          <p:nvPr/>
        </p:nvSpPr>
        <p:spPr>
          <a:xfrm>
            <a:off x="9509760" y="1051560"/>
            <a:ext cx="118872" cy="0"/>
          </a:xfrm>
          <a:prstGeom prst="line">
            <a:avLst/>
          </a:prstGeom>
          <a:noFill/>
          <a:ln w="22225">
            <a:solidFill>
              <a:srgbClr val="7A7F85"/>
            </a:solidFill>
            <a:prstDash val="solid"/>
            <a:headEnd type="triangle"/>
            <a:tailEnd type="triangle"/>
          </a:ln>
        </p:spPr>
      </p:sp>
      <p:sp>
        <p:nvSpPr>
          <p:cNvPr id="160" name="Shape 158"/>
          <p:cNvSpPr/>
          <p:nvPr/>
        </p:nvSpPr>
        <p:spPr>
          <a:xfrm>
            <a:off x="9509760" y="2651760"/>
            <a:ext cx="118872" cy="0"/>
          </a:xfrm>
          <a:prstGeom prst="line">
            <a:avLst/>
          </a:prstGeom>
          <a:noFill/>
          <a:ln w="22225">
            <a:solidFill>
              <a:srgbClr val="7A7F85"/>
            </a:solidFill>
            <a:prstDash val="solid"/>
            <a:headEnd type="none"/>
            <a:tailEnd type="triangle"/>
          </a:ln>
        </p:spPr>
      </p:sp>
      <p:sp>
        <p:nvSpPr>
          <p:cNvPr id="161" name="Shape 159"/>
          <p:cNvSpPr/>
          <p:nvPr/>
        </p:nvSpPr>
        <p:spPr>
          <a:xfrm>
            <a:off x="7040880" y="3858768"/>
            <a:ext cx="0" cy="73152"/>
          </a:xfrm>
          <a:prstGeom prst="line">
            <a:avLst/>
          </a:prstGeom>
          <a:noFill/>
          <a:ln w="22225">
            <a:solidFill>
              <a:srgbClr val="7A7F85"/>
            </a:solidFill>
            <a:prstDash val="solid"/>
            <a:headEnd type="triangle"/>
            <a:tailEnd type="triangle"/>
          </a:ln>
        </p:spPr>
      </p:sp>
      <p:sp>
        <p:nvSpPr>
          <p:cNvPr id="162" name="Shape 160"/>
          <p:cNvSpPr/>
          <p:nvPr/>
        </p:nvSpPr>
        <p:spPr>
          <a:xfrm>
            <a:off x="7040880" y="4535424"/>
            <a:ext cx="0" cy="54864"/>
          </a:xfrm>
          <a:prstGeom prst="line">
            <a:avLst/>
          </a:prstGeom>
          <a:noFill/>
          <a:ln w="22225">
            <a:solidFill>
              <a:srgbClr val="7A7F85"/>
            </a:solidFill>
            <a:prstDash val="solid"/>
            <a:headEnd type="triangle"/>
            <a:tailEnd type="triangle"/>
          </a:ln>
        </p:spPr>
      </p:sp>
      <p:sp>
        <p:nvSpPr>
          <p:cNvPr id="163" name="Shape 161"/>
          <p:cNvSpPr/>
          <p:nvPr/>
        </p:nvSpPr>
        <p:spPr>
          <a:xfrm>
            <a:off x="7040880" y="5340096"/>
            <a:ext cx="0" cy="54864"/>
          </a:xfrm>
          <a:prstGeom prst="line">
            <a:avLst/>
          </a:prstGeom>
          <a:noFill/>
          <a:ln w="22225">
            <a:solidFill>
              <a:srgbClr val="7A7F85"/>
            </a:solidFill>
            <a:prstDash val="solid"/>
            <a:headEnd type="triangle"/>
            <a:tailEnd type="triangle"/>
          </a:ln>
        </p:spPr>
      </p:sp>
      <p:sp>
        <p:nvSpPr>
          <p:cNvPr id="164" name="Shape 162"/>
          <p:cNvSpPr/>
          <p:nvPr/>
        </p:nvSpPr>
        <p:spPr>
          <a:xfrm>
            <a:off x="8275320" y="6016752"/>
            <a:ext cx="0" cy="54864"/>
          </a:xfrm>
          <a:prstGeom prst="line">
            <a:avLst/>
          </a:prstGeom>
          <a:noFill/>
          <a:ln w="22225">
            <a:solidFill>
              <a:srgbClr val="7A7F85"/>
            </a:solidFill>
            <a:prstDash val="solid"/>
            <a:headEnd type="triangle"/>
            <a:tailEnd type="triangle"/>
          </a:ln>
        </p:spPr>
      </p:sp>
      <p:sp>
        <p:nvSpPr>
          <p:cNvPr id="165" name="Shape 163"/>
          <p:cNvSpPr/>
          <p:nvPr/>
        </p:nvSpPr>
        <p:spPr>
          <a:xfrm>
            <a:off x="10469880" y="4736592"/>
            <a:ext cx="256032" cy="0"/>
          </a:xfrm>
          <a:prstGeom prst="line">
            <a:avLst/>
          </a:prstGeom>
          <a:noFill/>
          <a:ln w="22225">
            <a:solidFill>
              <a:srgbClr val="7A7F85"/>
            </a:solidFill>
            <a:prstDash val="solid"/>
            <a:headEnd type="triangle"/>
            <a:tailEnd type="triangl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</Words>
  <Application>Microsoft Office PowerPoint</Application>
  <PresentationFormat>Widescreen</PresentationFormat>
  <Paragraphs>79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Content Studio Architecture</dc:title>
  <dc:subject>PptxGenJS Presentation</dc:subject>
  <dc:creator>PptxGenJS</dc:creator>
  <cp:lastModifiedBy>Srikanthan Krishnamachari</cp:lastModifiedBy>
  <cp:revision>1</cp:revision>
  <dcterms:created xsi:type="dcterms:W3CDTF">2026-06-18T04:05:45Z</dcterms:created>
  <dcterms:modified xsi:type="dcterms:W3CDTF">2026-06-18T04:07:43Z</dcterms:modified>
</cp:coreProperties>
</file>